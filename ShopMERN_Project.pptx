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227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4F46E5">
              <a:alpha val="30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4F46E5">
              <a:alpha val="20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0" y="640080"/>
            <a:ext cx="1097280" cy="1097280"/>
          </a:xfrm>
          <a:prstGeom prst="ellipse">
            <a:avLst/>
          </a:prstGeom>
          <a:solidFill>
            <a:srgbClr val="4F46E5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9144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ShopMERN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E-Commerce Platform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MongoDB · Express · React · Node.js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86000" y="4114800"/>
            <a:ext cx="4572000" cy="50292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7"/>
          <p:cNvSpPr/>
          <p:nvPr/>
        </p:nvSpPr>
        <p:spPr>
          <a:xfrm>
            <a:off x="2286000" y="41148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Submission · </a:t>
            </a: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Sirichandana Vishwaroju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e-commerce web application demonstrating the MERN stack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full-stack online store featuring authentication, product browsing, a shopping cart, order management, and a complete admin panel — exercising every layer of the MERN stack from database to UI.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417320"/>
            <a:ext cx="3840480" cy="3017520"/>
          </a:xfrm>
          <a:prstGeom prst="rect">
            <a:avLst/>
          </a:prstGeom>
          <a:solidFill>
            <a:srgbClr val="EEF2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035040" y="2057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Models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257860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035040" y="26243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314553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35040" y="31912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Pages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71246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35040" y="375818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role system: Customers can browse, purchase, and track orders. Admins manage products, users, and view all orders.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ShopMERN — MERN Stack E-Commerce Platform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— MongoDB, Express, React, Node.js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691640"/>
            <a:ext cx="731520" cy="731520"/>
          </a:xfrm>
          <a:prstGeom prst="ellipse">
            <a:avLst/>
          </a:prstGeom>
          <a:solidFill>
            <a:srgbClr val="EEF2FF"/>
          </a:solidFill>
          <a:ln w="25400">
            <a:solidFill>
              <a:srgbClr val="4F46E5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8745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301752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document database hosted on MongoDB Atlas, accessed via Mongoose ODM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0" y="141732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54680" y="1691640"/>
            <a:ext cx="731520" cy="731520"/>
          </a:xfrm>
          <a:prstGeom prst="ellipse">
            <a:avLst/>
          </a:prstGeom>
          <a:solidFill>
            <a:srgbClr val="EEF2FF"/>
          </a:solidFill>
          <a:ln w="25400">
            <a:solidFill>
              <a:srgbClr val="4F46E5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8745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176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697480" y="301752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Minimalist Node.js web framework powering the REST API and JWT-secured routes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63440" y="141732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257800" y="1691640"/>
            <a:ext cx="731520" cy="731520"/>
          </a:xfrm>
          <a:prstGeom prst="ellipse">
            <a:avLst/>
          </a:prstGeom>
          <a:solidFill>
            <a:srgbClr val="EEF2FF"/>
          </a:solidFill>
          <a:ln w="25400">
            <a:solidFill>
              <a:srgbClr val="4F46E5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8745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800600" y="301752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 built with Vite, React Router v6, and Context API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766560" y="141732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60920" y="1691640"/>
            <a:ext cx="731520" cy="731520"/>
          </a:xfrm>
          <a:prstGeom prst="ellipse">
            <a:avLst/>
          </a:prstGeom>
          <a:solidFill>
            <a:srgbClr val="EEF2FF"/>
          </a:solidFill>
          <a:ln w="25400">
            <a:solidFill>
              <a:srgbClr val="4F46E5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8745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903720" y="301752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runtime running the backend with bcrypt, JWT, and Mongoose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Tooling: Vite · Axios · React Toastify · bcryptjs · JSON Web Tokens · Concurrently · Nodemon · Morgan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ShopMERN — MERN Stack E-Commerce Platform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 — clear separation between client, server, and database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377440" cy="2743200"/>
          </a:xfrm>
          <a:prstGeom prst="rect">
            <a:avLst/>
          </a:prstGeom>
          <a:solidFill>
            <a:srgbClr val="EEF2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2377440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:5173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pages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Auth/Cart context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+ JWT header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1463040"/>
            <a:ext cx="2377440" cy="2743200"/>
          </a:xfrm>
          <a:prstGeom prst="rect">
            <a:avLst/>
          </a:prstGeom>
          <a:solidFill>
            <a:srgbClr val="EEF2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1463040"/>
            <a:ext cx="2377440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463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:5000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27432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middleware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models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routes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1463040"/>
            <a:ext cx="2377440" cy="2743200"/>
          </a:xfrm>
          <a:prstGeom prst="rect">
            <a:avLst/>
          </a:prstGeom>
          <a:solidFill>
            <a:srgbClr val="EEF2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1463040"/>
            <a:ext cx="2377440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463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0" y="27432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71800" y="2697480"/>
            <a:ext cx="640080" cy="320040"/>
          </a:xfrm>
          <a:prstGeom prst="rightArrow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2697480"/>
            <a:ext cx="640080" cy="320040"/>
          </a:xfrm>
          <a:prstGeom prst="rightArrow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23957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Axios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97880" y="23957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issued at login flow through every authenticated request, verified by middleware before reaching controllers.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ShopMERN — MERN Stack E-Commerce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Functionalities implemented across customer and admin experiences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640080" cy="640080"/>
          </a:xfrm>
          <a:prstGeom prst="ellipse">
            <a:avLst/>
          </a:prstGeom>
          <a:solidFill>
            <a:srgbClr val="EEF2FF"/>
          </a:solidFill>
          <a:ln w="25400">
            <a:solidFill>
              <a:srgbClr val="4F46E5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79222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459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9659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register/login with bcrypt-hashed passwords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41732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645920"/>
            <a:ext cx="640080" cy="640080"/>
          </a:xfrm>
          <a:prstGeom prst="ellipse">
            <a:avLst/>
          </a:prstGeom>
          <a:solidFill>
            <a:srgbClr val="EEF2FF"/>
          </a:solidFill>
          <a:ln w="25400">
            <a:solidFill>
              <a:srgbClr val="4F46E5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179222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6459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Pagination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160520" y="19659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filtering and paginated product listing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41732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645920"/>
            <a:ext cx="640080" cy="640080"/>
          </a:xfrm>
          <a:prstGeom prst="ellipse">
            <a:avLst/>
          </a:prstGeom>
          <a:solidFill>
            <a:srgbClr val="EEF2FF"/>
          </a:solidFill>
          <a:ln w="25400">
            <a:solidFill>
              <a:srgbClr val="4F46E5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79222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16459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Cart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949440" y="19659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remove items synced to localStorage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01752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EEF2FF"/>
          </a:solidFill>
          <a:ln w="25400">
            <a:solidFill>
              <a:srgbClr val="4F46E5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339242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246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&amp; Orders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371600" y="35661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form, mock payment, order placement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46120" y="301752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29000" y="3246120"/>
            <a:ext cx="640080" cy="640080"/>
          </a:xfrm>
          <a:prstGeom prst="ellipse">
            <a:avLst/>
          </a:prstGeom>
          <a:solidFill>
            <a:srgbClr val="EEF2FF"/>
          </a:solidFill>
          <a:ln w="25400">
            <a:solidFill>
              <a:srgbClr val="4F46E5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5304" y="3392424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60520" y="3246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160520" y="35661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stats, full CRUD on products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35040" y="301752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3246120"/>
            <a:ext cx="640080" cy="640080"/>
          </a:xfrm>
          <a:prstGeom prst="ellipse">
            <a:avLst/>
          </a:prstGeom>
          <a:solidFill>
            <a:srgbClr val="EEF2FF"/>
          </a:solidFill>
          <a:ln w="25400">
            <a:solidFill>
              <a:srgbClr val="4F46E5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4" y="3392424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3246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949440" y="356616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views, roles, and user deletion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ShopMERN — MERN Stack E-Commerce Platform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Mongoose collections with relationships via ObjectId references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14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2514600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_id  ObjectId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String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 String (unique)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 String (bcrypt)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isAdmin  Boolean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417320"/>
            <a:ext cx="2514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417320"/>
            <a:ext cx="2514600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4173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11880" y="201168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_id  ObjectId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 → User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String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 String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  String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 String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 String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 Number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countInStock  Number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 · numReviews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417320"/>
            <a:ext cx="2514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417320"/>
            <a:ext cx="2514600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4173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201168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_id  ObjectId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 → User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orderItems[]  → Product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shippingAddress {}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paymentMethod  String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itemsPrice · taxPrice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shippingPrice · totalPrice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isPaid · paidAt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isDelivered · deliveredAt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ShopMERN — MERN Stack E-Commerce Platform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endpoints across users, products, and orders — auth-protected as needed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/api/users/register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new user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/api/users/login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&amp; receive JWT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/api/users/profile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 update profile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/api/users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all users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/api/users/:id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user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/api/products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with search &amp; pagination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/api/products/:id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single product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POST/PUT/DELETE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/api/products[/id]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/ update / delete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/api/orders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new order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/api/orders/myorders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user's orders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/api/orders/:id/pay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paid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/api/orders/:id/deliver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delivered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/api/orders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all orders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ShopMERN — MERN Stack E-Commerce Platform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4F46E5">
              <a:alpha val="20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tour through every feature with live screenshots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23360" y="3520440"/>
            <a:ext cx="10972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banner, product grid, and search — entry point of the application</a:t>
            </a:r>
            <a:endParaRPr lang="en-US" sz="1300" dirty="0"/>
          </a:p>
        </p:txBody>
      </p:sp>
      <p:pic>
        <p:nvPicPr>
          <p:cNvPr id="4" name="Image 0" descr="screenshots/01_hom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88720"/>
            <a:ext cx="548640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188720"/>
            <a:ext cx="2743200" cy="338328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72200" y="1325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63640" y="16916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hero banner with welcome message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product grid with image, brand, price, rating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search bar wired to backend keyword API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navbar with cart counter and user menu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ShopMERN — MERN Stack E-Commerce Platform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Search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keyword search using MongoDB regex matching</a:t>
            </a:r>
            <a:endParaRPr lang="en-US" sz="1300" dirty="0"/>
          </a:p>
        </p:txBody>
      </p:sp>
      <p:pic>
        <p:nvPicPr>
          <p:cNvPr id="4" name="Image 0" descr="screenshots/02_searc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88720"/>
            <a:ext cx="548640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188720"/>
            <a:ext cx="2743200" cy="338328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72200" y="1325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63640" y="16916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parameter sent to GET /api/products?keyword=…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matches case-insensitive regex on product name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render instantly using the same product grid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is sharable — search state lives in query string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ShopMERN — MERN Stack E-Commerce Platform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 Page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view with stock badge, quantity selector, and Add to Cart</a:t>
            </a:r>
            <a:endParaRPr lang="en-US" sz="1300" dirty="0"/>
          </a:p>
        </p:txBody>
      </p:sp>
      <p:pic>
        <p:nvPicPr>
          <p:cNvPr id="4" name="Image 0" descr="screenshots/04_product_detai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88720"/>
            <a:ext cx="548640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188720"/>
            <a:ext cx="2743200" cy="338328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72200" y="1325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63640" y="16916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via GET /api/products/:id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stock badge (In Stock / Out of Stock)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selector capped by available stock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to cart updates the navbar badge instantly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ShopMERN — MERN Stack E-Commerce Platform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register and login flow with bcrypt password hashing</a:t>
            </a:r>
            <a:endParaRPr lang="en-US" sz="1300" dirty="0"/>
          </a:p>
        </p:txBody>
      </p:sp>
      <p:pic>
        <p:nvPicPr>
          <p:cNvPr id="4" name="Image 0" descr="screenshots/06_regis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88720"/>
            <a:ext cx="41148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931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300" dirty="0"/>
          </a:p>
        </p:txBody>
      </p:sp>
      <p:pic>
        <p:nvPicPr>
          <p:cNvPr id="6" name="Image 1" descr="screenshots/05_logi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188720"/>
            <a:ext cx="4114800" cy="274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3931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are stored in localStorage and attached to every Axios request via an interceptor.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ShopMERN — MERN Stack E-Commerce Platform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in localStorage so items survive page refreshes</a:t>
            </a:r>
            <a:endParaRPr lang="en-US" sz="1300" dirty="0"/>
          </a:p>
        </p:txBody>
      </p:sp>
      <p:pic>
        <p:nvPicPr>
          <p:cNvPr id="4" name="Image 0" descr="screenshots/07_car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88720"/>
            <a:ext cx="548640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188720"/>
            <a:ext cx="2743200" cy="338328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72200" y="1325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63640" y="16916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state managed by React Context API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adjustments and item removal in real time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summary card with running subtotal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to localStorage on every state change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ShopMERN — MERN Stack E-Commerce Platform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address, payment method selection, and order placement</a:t>
            </a:r>
            <a:endParaRPr lang="en-US" sz="1300" dirty="0"/>
          </a:p>
        </p:txBody>
      </p:sp>
      <p:pic>
        <p:nvPicPr>
          <p:cNvPr id="4" name="Image 0" descr="screenshots/08_checkou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88720"/>
            <a:ext cx="548640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188720"/>
            <a:ext cx="2743200" cy="338328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72200" y="1325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63640" y="16916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 on shipping fields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(8%) and shipping calculated dynamically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shipping over $100 threshold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on Delivery / Card payment selector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ShopMERN — MERN Stack E-Commerce Platform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Management (Customer)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 view their order history and track payment / delivery status</a:t>
            </a:r>
            <a:endParaRPr lang="en-US" sz="1300" dirty="0"/>
          </a:p>
        </p:txBody>
      </p:sp>
      <p:pic>
        <p:nvPicPr>
          <p:cNvPr id="4" name="Image 0" descr="screenshots/09_order_detai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88720"/>
            <a:ext cx="420624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1148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</a:t>
            </a:r>
            <a:endParaRPr lang="en-US" sz="1300" dirty="0"/>
          </a:p>
        </p:txBody>
      </p:sp>
      <p:pic>
        <p:nvPicPr>
          <p:cNvPr id="6" name="Image 1" descr="screenshots/10_my_order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188720"/>
            <a:ext cx="4206240" cy="2926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41148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Orders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'Mark as Paid' button updates isPaid flag; admin can mark delivered.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ShopMERN — MERN Stack E-Commerce Platform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—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Role-protected dashboard with key store metrics at a glance</a:t>
            </a:r>
            <a:endParaRPr lang="en-US" sz="1300" dirty="0"/>
          </a:p>
        </p:txBody>
      </p:sp>
      <p:pic>
        <p:nvPicPr>
          <p:cNvPr id="4" name="Image 0" descr="screenshots/13_admin_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88720"/>
            <a:ext cx="594360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188720"/>
            <a:ext cx="2286000" cy="329184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29400" y="1325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Cards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29400" y="1691640"/>
            <a:ext cx="210312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(paid only)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links to Products, Orders, and Users management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role check (isAdmin: true) gates this entire section via React route guards and Express middleware.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ShopMERN — MERN Stack E-Commerce Platform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Users &amp; Live Database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 management UI on the left — actual MongoDB Atlas collections on the right</a:t>
            </a:r>
            <a:endParaRPr lang="en-US" sz="1300" dirty="0"/>
          </a:p>
        </p:txBody>
      </p:sp>
      <p:pic>
        <p:nvPicPr>
          <p:cNvPr id="4" name="Image 0" descr="screenshots/14_admin_use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188720"/>
            <a:ext cx="420624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1148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Users View</a:t>
            </a:r>
            <a:endParaRPr lang="en-US" sz="1300" dirty="0"/>
          </a:p>
        </p:txBody>
      </p:sp>
      <p:pic>
        <p:nvPicPr>
          <p:cNvPr id="6" name="Image 1" descr="screenshots/11_atla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188720"/>
            <a:ext cx="4206240" cy="2926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41148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— Live Collections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persisted live to MongoDB Atlas — verifying end-to-end that the stack works.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65760" y="48508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ShopMERN — MERN Stack E-Commerce Platform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229600" y="48508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4F46E5">
              <a:alpha val="30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3657600" cy="3657600"/>
          </a:xfrm>
          <a:prstGeom prst="ellipse">
            <a:avLst/>
          </a:prstGeom>
          <a:solidFill>
            <a:srgbClr val="4F46E5">
              <a:alpha val="20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22860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0180" y="16916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340" y="18288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423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Coverage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28346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MERN implementation — schema design, REST API, React UI, and deployment-ready structure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463040"/>
            <a:ext cx="2606040" cy="22860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29100" y="16916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260" y="18288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423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Authentication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383280" y="28346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Production-style JWT + bcrypt with role-based middleware and protected routes on both sides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1463040"/>
            <a:ext cx="2606040" cy="22860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018020" y="16916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180" y="18288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2423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Patterns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172200" y="28346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API, Axios interceptors, async error handling, seeders, and cloud-hosted MongoDB Atlas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023360" y="4114800"/>
            <a:ext cx="10972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ShopMERN — built with the MERN stack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1206</Words>
  <Application>Microsoft Office PowerPoint</Application>
  <PresentationFormat>On-screen Show (16:9)</PresentationFormat>
  <Paragraphs>273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ShopMERN — MERN Stack E-Commerce Platform</dc:title>
  <dc:subject>PptxGenJS Presentation</dc:subject>
  <dc:creator>Sirichandana</dc:creator>
  <cp:lastModifiedBy>SiriChandana Vishwaroju</cp:lastModifiedBy>
  <cp:revision>2</cp:revision>
  <dcterms:created xsi:type="dcterms:W3CDTF">2026-05-01T03:50:03Z</dcterms:created>
  <dcterms:modified xsi:type="dcterms:W3CDTF">2026-05-01T03:53:19Z</dcterms:modified>
</cp:coreProperties>
</file>